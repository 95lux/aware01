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Signal flow is entirely user-defined — no fixed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**Signal conditioning**
- Audio in/outs: AC-coupled, BAT54S Schottky clamp
- CV in: ±10 V tolerance, op-amp rail guard
- Gate in: ±12 V transistor clamping
- V/Oct: 2-point calibration (C1 @ 1V, C3 @ 3V)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**CV Input** — inverting summing amp + −10 V bias
- Maps ±5 V CV → 0–3.3 V ADC range
- V/Oct: −1.5 V … +5 V → 0.2–3.25 V ADC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**Lock-free parameter cache** — no mutex in the audio path · DMA buffers in **non-cacheable SRAM**
- Control + UI tasks: **0% CPU** during audio · Full DSP chain: **60–66% CPU** @ 48 kHz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Quarter-sine LUT → constant-power (−3 dB) crossover
- Fade accumulator **decoupled from playhead** → consistent duration at any pitch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**Why 48-bit integer part?**
Buffer holds 48 000 × 2.5 s = **120 000 samples** — exceeds 16-bit max (65 535)
All index comparisons and crossfade distances stay in Q.16 units — boundary checks become bit-shifts, no division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Variable-speed playback means the playhead advances at a rate that is not an integer multiple of the sample period —
so we land between two recorded samples. 
The actual sample value at that position was never stored, so we have to estimate it from the neighbors.
ZOH
last sample repeated → staircase waveform
→ strong aliasing, especially at slow speeds
Linear Interpolation
Weighted blend of two neighbors
→ smoother, but slope discontinuities remain
Cubic Interpolation
C¹-continuous, derivatives from finite differences
→ flat passband, suppressed aliasing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1st order -&gt; linear interpolation
2nd order -&gt; quadratic interpolation (not used in audio, because asymmetric. Needs 3 samples)
2nd order cant match value and slope at both endpoints, therefore cubic (3rd order) interpolation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Manfred R. Schroeder — Bell Labs researcher, published 1962:
  First algorithmic reverb using feedback comb + allpass filters
  to produce diffuse, natural-sounding decay without dedicated hardware.
  Still the basis of most algorithmic reverb designs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characteristic decay + spectral coloring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feature not mentioned detailed in the thesis is the XY-Mapper
Currently only mapped to reverb, but of course multiple DSP-FX parameters may be mapped onto it, to create a multi-FX rack, controlled by only 2 CV inputs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latency (1.9 ms) &lt; block period (2.67 ms) makes sense:
     latency depends on where in the DMA cycle the gate arrives —
     varies between 0 and ~one block, so max ≈ block period (2.6 ms ≈ 2.67 ms).
Per-stage cost (Ausschlussverfahren — incremental disabling):
  Schroeder reverb:      28–32 %
  Hermite interpolation:  7–9 %
  Fade processing:        5–6 %
  Remaining (tape):      18–21 %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AAREBOT</dc:title>
  <dc:subject>PptxGenJS Presentation</dc:subject>
  <dc:creator>Created by Marp</dc:creator>
  <cp:lastModifiedBy>Created by Marp</cp:lastModifiedBy>
  <cp:revision>1</cp:revision>
  <dcterms:created xsi:type="dcterms:W3CDTF">2026-06-23T20:19:28Z</dcterms:created>
  <dcterms:modified xsi:type="dcterms:W3CDTF">2026-06-23T20:19:28Z</dcterms:modified>
</cp:coreProperties>
</file>